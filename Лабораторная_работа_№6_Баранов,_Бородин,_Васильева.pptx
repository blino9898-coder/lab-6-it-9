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2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D1D4B-5F03-1969-265F-3D4051873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8A5F18-C93F-A4B5-58D8-7E749228F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E868B4-09BF-AB48-D999-C4D610CE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B39EFF-0C03-2A28-03FB-0D2709EAF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A0444-11CA-88AE-9249-E58E04E8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608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A2B13-AB43-ACF8-0586-953FB3D2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DDAED1-A212-FE69-C5A9-96AFEB90C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0AEFDF-68A6-9355-C939-BDF1EBD9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525611-CBF4-C58F-321F-D09CB976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445B28-BC49-0F41-5475-2D06FF5A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550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B5F39-D777-A092-6F3F-E83BF76E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AE0A42-C60C-7218-4BB0-8A7D6C507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D8F78E-9BB5-0455-39EA-84B812F6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6CA74-3AF0-0C1B-A125-F432A352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F8AB1B-FD6D-AA29-D3F3-7C1273EE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031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27E37-1781-8634-8540-9F9330D3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18AEA1-6F42-920D-7A99-4E687C814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BFAE6A-DDCA-1E24-5704-F44FE274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8B2E41-A0EE-EC3A-885B-E1BC46C90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B81B48-0F6F-EB43-D144-B0139FA6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F7DB71-8120-69DC-A3E4-6749EE3D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113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1F31E-3EAD-EFA5-9C2D-DEC2C032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E12D4-01B2-77AA-9BFA-79CBD4DAC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ED481E-5EE6-BE15-4136-C53AEF051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BCFCE0-2497-5724-5493-EEF5C493C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E868CF-B93B-0B27-0732-8F9CFB91D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523231-3F65-D23D-40BD-4C3EE78F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980C4C-5640-770B-93A7-0B1BE5B4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54EE08-2360-4D45-604D-EBD96A89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12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3F9D9-9465-310E-422B-B99F1EB7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3D0515-63B1-6A3B-FEFC-2FCB6BD4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E98A76-3CC5-C61D-2326-D839E464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009C73-F6EF-3961-F142-A2B28895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479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351E96-79B2-ED48-CA14-1D2CB5D5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186D14-FCDB-436B-ABC1-A53CD815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83862D-2167-7321-3895-26A1EE09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131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F5256-E8DE-EE3B-101C-97A840A9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BC00E4-689B-57D6-278F-5C7625721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ABCC0D-D7B3-4287-9C5F-D5FAC7EE8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3F9C7C-2FB3-30D7-AA8D-0CBB9FC2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8D597D-6ECB-281C-4804-4C09A14C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9BE888-C6C4-86FD-AF87-E46AAE8F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388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868B4-3A60-D61F-8ACF-806FBB32C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94DF99-D0F0-3916-CABC-B36D0D21E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A1A81F-446E-AF8D-B0C6-885D08DD0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2ED639-8F60-0C99-730F-A5585ADA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305878-CD90-E3FA-E7AA-A61A88CD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99C5E5-3639-B10E-4267-86E6935E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672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46280-C360-544E-BFB4-CB06E4C3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F7C637-F627-CEDC-3572-B0A9E1767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2B5F92-AA54-F5CF-96E0-CCED538C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C5EFBD-0D6D-170A-3AE1-9439AA8A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E624B4-E8BE-B6C7-AA4A-F0A93AFE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545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9D70A8-7F05-C07D-2E32-1913BAF87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C5D0D1-E86A-9579-65E8-0F283C6AA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9C0E1-62D3-B097-AB82-12319C5D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FE072B-50CD-5DDE-B295-032EC2B3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143F79-E2BF-7A39-91A9-9B14292D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630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88588-2BAF-4F8A-9C51-A81553A9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D40A1B-6EB2-6969-AFFB-9A4950749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D1D7F3-1FFA-10A5-625B-810324E96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90C53-7B4C-4B4A-B246-6EE601EBD75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A341A7-F4E6-7B12-9BF1-0A8DABCF8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F31AB-9C73-AA5F-7FB1-847A191E7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BC7C1-4600-47D2-9686-9946B9D675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53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DE6C344-D7B7-D7B0-7002-E5CA883AB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C3A53D4-4456-F298-BDBE-BD714BF76240}"/>
              </a:ext>
            </a:extLst>
          </p:cNvPr>
          <p:cNvSpPr/>
          <p:nvPr/>
        </p:nvSpPr>
        <p:spPr>
          <a:xfrm>
            <a:off x="-1193800" y="0"/>
            <a:ext cx="10732371" cy="6858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575CB-95E7-500C-73CC-7BCE70662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171" y="427038"/>
            <a:ext cx="8336280" cy="238760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Лабораторная работа №6</a:t>
            </a:r>
            <a:b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</a:b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Игра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:</a:t>
            </a: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 «Крестики-нолики»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4FE9E2-4485-AA56-1970-56201377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171" y="4468337"/>
            <a:ext cx="7763111" cy="1655762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Студенты групп ИТ-9, 10: Баранов Дмитрий, Бородин Артём, Васильева Снежана</a:t>
            </a:r>
          </a:p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Руководитель: Иванова Е. А.</a:t>
            </a:r>
          </a:p>
        </p:txBody>
      </p:sp>
    </p:spTree>
    <p:extLst>
      <p:ext uri="{BB962C8B-B14F-4D97-AF65-F5344CB8AC3E}">
        <p14:creationId xmlns:p14="http://schemas.microsoft.com/office/powerpoint/2010/main" val="992740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BEB8-F2CE-9C26-8E06-A09F3F4B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F5204A6B-A453-064F-527F-A3BA51CFA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32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6EBE32D-4AEB-D5DB-9DF5-EBBD67988C60}"/>
              </a:ext>
            </a:extLst>
          </p:cNvPr>
          <p:cNvSpPr/>
          <p:nvPr/>
        </p:nvSpPr>
        <p:spPr>
          <a:xfrm>
            <a:off x="-1672224" y="0"/>
            <a:ext cx="11210795" cy="6858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6D316-2B6A-3540-4BAD-37FD9D628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171" y="-1193800"/>
            <a:ext cx="8336280" cy="238760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Цель и задачи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B8D6DE-48DF-33F6-C89A-1475B7D13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28896"/>
            <a:ext cx="7763111" cy="5071904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Цель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:</a:t>
            </a: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 реализовать игру Крестики-нолики</a:t>
            </a:r>
          </a:p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Задачи: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Распределить части кода и кто за них ответственен.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Подготовить репозиторий.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Сделать презентацию и отчёт.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Соединить код воедино.</a:t>
            </a:r>
          </a:p>
          <a:p>
            <a:pPr algn="l"/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Правило игры: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Игра ведётся на поле размером 3×3 клетки.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Игроки по очереди ставят свои символы в пустые клетки.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Побеждает тот, кто первым выстроит три своих символа в ряд (горизонтально, вертикально или по диагонали).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tx2">
                  <a:lumMod val="50000"/>
                  <a:lumOff val="50000"/>
                </a:schemeClr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30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7917-DECA-33DF-2E19-AA327453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3C9231C-47C1-9FEA-9025-D8658A10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668" y="1783079"/>
            <a:ext cx="6595332" cy="507492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13EF552-50FC-7914-D029-9DE273D03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783079"/>
            <a:ext cx="5614530" cy="3977641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247960B-1080-F460-C450-0FE28FA026D1}"/>
              </a:ext>
            </a:extLst>
          </p:cNvPr>
          <p:cNvSpPr/>
          <p:nvPr/>
        </p:nvSpPr>
        <p:spPr>
          <a:xfrm>
            <a:off x="-259081" y="0"/>
            <a:ext cx="12740641" cy="17907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79EE7-28BE-6845-A6F0-BC780D162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1111" y="400050"/>
            <a:ext cx="5949777" cy="990600"/>
          </a:xfrm>
        </p:spPr>
        <p:txBody>
          <a:bodyPr>
            <a:noAutofit/>
          </a:bodyPr>
          <a:lstStyle/>
          <a:p>
            <a:pPr algn="l"/>
            <a:r>
              <a:rPr lang="ru-RU" sz="7200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Код программы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C00C07D-5B3D-A6F1-4C2E-3FCFED953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60720"/>
            <a:ext cx="5614531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8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8B62-FC43-418C-019D-3D25F415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685BDF-7DE7-A2F1-9EC3-480A6CD30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71" y="0"/>
            <a:ext cx="7163829" cy="50624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7B32DC-2B00-08FB-84D7-D85768257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028170" cy="50673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C3A8960-015F-D634-3A8D-3514F406287E}"/>
              </a:ext>
            </a:extLst>
          </p:cNvPr>
          <p:cNvSpPr/>
          <p:nvPr/>
        </p:nvSpPr>
        <p:spPr>
          <a:xfrm>
            <a:off x="-274322" y="5067300"/>
            <a:ext cx="12740641" cy="17907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8D8D5-E531-A13E-1EC8-4848E7545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1109" y="5467350"/>
            <a:ext cx="5949777" cy="990600"/>
          </a:xfrm>
        </p:spPr>
        <p:txBody>
          <a:bodyPr>
            <a:noAutofit/>
          </a:bodyPr>
          <a:lstStyle/>
          <a:p>
            <a:pPr algn="l"/>
            <a:r>
              <a:rPr lang="ru-RU" sz="7200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Код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3878975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E494-9A0E-EC59-01F6-EE893F8D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9998B7-6FBF-7B93-6394-A23B1028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1235"/>
            <a:ext cx="6096000" cy="6949235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0C5E8A7-41A9-2A59-6CAF-9A49D0B8272F}"/>
              </a:ext>
            </a:extLst>
          </p:cNvPr>
          <p:cNvSpPr/>
          <p:nvPr/>
        </p:nvSpPr>
        <p:spPr>
          <a:xfrm>
            <a:off x="4518660" y="0"/>
            <a:ext cx="7673340" cy="6858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FD837-8966-B3D2-F91A-82E566F29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1335" y="640080"/>
            <a:ext cx="4847989" cy="4691380"/>
          </a:xfrm>
        </p:spPr>
        <p:txBody>
          <a:bodyPr>
            <a:normAutofit/>
          </a:bodyPr>
          <a:lstStyle/>
          <a:p>
            <a:pPr algn="l"/>
            <a:r>
              <a:rPr lang="ru-RU" sz="9600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Пример работы игры</a:t>
            </a:r>
          </a:p>
        </p:txBody>
      </p:sp>
    </p:spTree>
    <p:extLst>
      <p:ext uri="{BB962C8B-B14F-4D97-AF65-F5344CB8AC3E}">
        <p14:creationId xmlns:p14="http://schemas.microsoft.com/office/powerpoint/2010/main" val="943017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0BF6-1042-94BE-BCE0-BD04F823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E45C6CC3-C1AD-4761-693C-EA19B3C56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5645"/>
            <a:ext cx="3670300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6EE6031-E360-F315-09A3-7AFBF71F9629}"/>
              </a:ext>
            </a:extLst>
          </p:cNvPr>
          <p:cNvSpPr/>
          <p:nvPr/>
        </p:nvSpPr>
        <p:spPr>
          <a:xfrm>
            <a:off x="2988674" y="0"/>
            <a:ext cx="11210795" cy="6858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2C3C8-3361-9056-25E9-D3067E134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4158" y="526812"/>
            <a:ext cx="5447429" cy="1138238"/>
          </a:xfrm>
        </p:spPr>
        <p:txBody>
          <a:bodyPr>
            <a:noAutofit/>
          </a:bodyPr>
          <a:lstStyle/>
          <a:p>
            <a:pPr algn="l"/>
            <a:r>
              <a:rPr lang="ru-RU" sz="8000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Итог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5CDFC1-0D74-5C18-D983-B9DF100AA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1571" y="2191862"/>
            <a:ext cx="7763111" cy="1655762"/>
          </a:xfrm>
        </p:spPr>
        <p:txBody>
          <a:bodyPr>
            <a:noAutofit/>
          </a:bodyPr>
          <a:lstStyle/>
          <a:p>
            <a:pPr algn="l"/>
            <a:r>
              <a:rPr lang="ru-RU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В ходе работы удалось создать игру Крестики-нолики, а также проверить её корректность.</a:t>
            </a:r>
          </a:p>
          <a:p>
            <a:pPr algn="l"/>
            <a:endParaRPr lang="ru-RU" sz="3600" dirty="0">
              <a:solidFill>
                <a:schemeClr val="tx2">
                  <a:lumMod val="50000"/>
                  <a:lumOff val="50000"/>
                </a:schemeClr>
              </a:solidFill>
              <a:latin typeface="Franklin Gothic Demi Cond" panose="020B0706030402020204" pitchFamily="34" charset="0"/>
            </a:endParaRPr>
          </a:p>
          <a:p>
            <a:pPr algn="l"/>
            <a:r>
              <a:rPr lang="ru-RU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Также успешно создали репозиторий, отчёт и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964059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134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Franklin Gothic Demi Cond</vt:lpstr>
      <vt:lpstr>Тема Office</vt:lpstr>
      <vt:lpstr>Лабораторная работа №6 Игра: «Крестики-нолики»</vt:lpstr>
      <vt:lpstr>Цель и задачи</vt:lpstr>
      <vt:lpstr>Код программы</vt:lpstr>
      <vt:lpstr>Код программы</vt:lpstr>
      <vt:lpstr>Пример работы игры</vt:lpstr>
      <vt:lpstr>Итог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 Игра: «Крестики-нолики»</dc:title>
  <dc:creator>Димка Баранов</dc:creator>
  <cp:lastModifiedBy>Alera Live</cp:lastModifiedBy>
  <cp:revision>2</cp:revision>
  <dcterms:created xsi:type="dcterms:W3CDTF">2025-11-13T16:18:28Z</dcterms:created>
  <dcterms:modified xsi:type="dcterms:W3CDTF">2025-11-13T17:10:55Z</dcterms:modified>
</cp:coreProperties>
</file>